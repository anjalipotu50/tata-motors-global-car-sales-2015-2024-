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7" r:id="rId1"/>
  </p:sldMasterIdLst>
  <p:sldIdLst>
    <p:sldId id="258" r:id="rId2"/>
    <p:sldId id="257" r:id="rId3"/>
    <p:sldId id="259" r:id="rId4"/>
    <p:sldId id="256" r:id="rId5"/>
    <p:sldId id="263" r:id="rId6"/>
    <p:sldId id="260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3" r:id="rId15"/>
    <p:sldId id="271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li p" userId="ae08d16069c0d681" providerId="LiveId" clId="{FEB01522-8130-48B6-9533-9AD990066A04}"/>
    <pc:docChg chg="undo custSel addSld delSld modSld sldOrd">
      <pc:chgData name="anjali p" userId="ae08d16069c0d681" providerId="LiveId" clId="{FEB01522-8130-48B6-9533-9AD990066A04}" dt="2026-03-23T06:44:22.274" v="4770" actId="14100"/>
      <pc:docMkLst>
        <pc:docMk/>
      </pc:docMkLst>
      <pc:sldChg chg="addSp delSp modSp mod setBg">
        <pc:chgData name="anjali p" userId="ae08d16069c0d681" providerId="LiveId" clId="{FEB01522-8130-48B6-9533-9AD990066A04}" dt="2026-03-22T03:44:49.171" v="4485" actId="255"/>
        <pc:sldMkLst>
          <pc:docMk/>
          <pc:sldMk cId="2697527399" sldId="256"/>
        </pc:sldMkLst>
        <pc:spChg chg="add del mod">
          <ac:chgData name="anjali p" userId="ae08d16069c0d681" providerId="LiveId" clId="{FEB01522-8130-48B6-9533-9AD990066A04}" dt="2026-03-22T03:44:49.171" v="4485" actId="255"/>
          <ac:spMkLst>
            <pc:docMk/>
            <pc:sldMk cId="2697527399" sldId="256"/>
            <ac:spMk id="6" creationId="{2BB4DC8B-C76C-01A7-5770-498B2AFDF235}"/>
          </ac:spMkLst>
        </pc:spChg>
        <pc:spChg chg="mod">
          <ac:chgData name="anjali p" userId="ae08d16069c0d681" providerId="LiveId" clId="{FEB01522-8130-48B6-9533-9AD990066A04}" dt="2026-03-22T03:44:18.105" v="4484" actId="255"/>
          <ac:spMkLst>
            <pc:docMk/>
            <pc:sldMk cId="2697527399" sldId="256"/>
            <ac:spMk id="7" creationId="{AF1F6C7B-EC54-9447-A4EF-1C1E5FC0E274}"/>
          </ac:spMkLst>
        </pc:spChg>
        <pc:spChg chg="mod">
          <ac:chgData name="anjali p" userId="ae08d16069c0d681" providerId="LiveId" clId="{FEB01522-8130-48B6-9533-9AD990066A04}" dt="2026-03-22T03:44:18.105" v="4484" actId="255"/>
          <ac:spMkLst>
            <pc:docMk/>
            <pc:sldMk cId="2697527399" sldId="256"/>
            <ac:spMk id="8" creationId="{6A248452-10C5-939B-72BB-1569FEED7582}"/>
          </ac:spMkLst>
        </pc:spChg>
        <pc:spChg chg="mod">
          <ac:chgData name="anjali p" userId="ae08d16069c0d681" providerId="LiveId" clId="{FEB01522-8130-48B6-9533-9AD990066A04}" dt="2026-03-22T03:44:18.105" v="4484" actId="255"/>
          <ac:spMkLst>
            <pc:docMk/>
            <pc:sldMk cId="2697527399" sldId="256"/>
            <ac:spMk id="9" creationId="{CC159D1B-37FD-5011-B184-DD9FEC37FE0B}"/>
          </ac:spMkLst>
        </pc:spChg>
        <pc:spChg chg="mod">
          <ac:chgData name="anjali p" userId="ae08d16069c0d681" providerId="LiveId" clId="{FEB01522-8130-48B6-9533-9AD990066A04}" dt="2026-03-22T03:44:18.105" v="4484" actId="255"/>
          <ac:spMkLst>
            <pc:docMk/>
            <pc:sldMk cId="2697527399" sldId="256"/>
            <ac:spMk id="10" creationId="{83099807-F88D-4291-BE2F-951C87300A6F}"/>
          </ac:spMkLst>
        </pc:spChg>
        <pc:spChg chg="mod">
          <ac:chgData name="anjali p" userId="ae08d16069c0d681" providerId="LiveId" clId="{FEB01522-8130-48B6-9533-9AD990066A04}" dt="2026-03-22T03:44:18.105" v="4484" actId="255"/>
          <ac:spMkLst>
            <pc:docMk/>
            <pc:sldMk cId="2697527399" sldId="256"/>
            <ac:spMk id="11" creationId="{2388BFA0-C351-07F6-B8DE-CED5CF17533B}"/>
          </ac:spMkLst>
        </pc:spChg>
        <pc:spChg chg="mod">
          <ac:chgData name="anjali p" userId="ae08d16069c0d681" providerId="LiveId" clId="{FEB01522-8130-48B6-9533-9AD990066A04}" dt="2026-03-22T03:44:18.105" v="4484" actId="255"/>
          <ac:spMkLst>
            <pc:docMk/>
            <pc:sldMk cId="2697527399" sldId="256"/>
            <ac:spMk id="12" creationId="{A7246B5B-0423-8671-A027-7E78372C5CF1}"/>
          </ac:spMkLst>
        </pc:spChg>
        <pc:spChg chg="mod">
          <ac:chgData name="anjali p" userId="ae08d16069c0d681" providerId="LiveId" clId="{FEB01522-8130-48B6-9533-9AD990066A04}" dt="2026-03-22T03:44:18.105" v="4484" actId="255"/>
          <ac:spMkLst>
            <pc:docMk/>
            <pc:sldMk cId="2697527399" sldId="256"/>
            <ac:spMk id="13" creationId="{6AB58EC8-9F09-BFEE-0674-04184F96C7BC}"/>
          </ac:spMkLst>
        </pc:spChg>
        <pc:spChg chg="mod">
          <ac:chgData name="anjali p" userId="ae08d16069c0d681" providerId="LiveId" clId="{FEB01522-8130-48B6-9533-9AD990066A04}" dt="2026-03-22T03:44:18.105" v="4484" actId="255"/>
          <ac:spMkLst>
            <pc:docMk/>
            <pc:sldMk cId="2697527399" sldId="256"/>
            <ac:spMk id="14" creationId="{FA91B6F6-9C5D-392C-D2CA-425566CD51AF}"/>
          </ac:spMkLst>
        </pc:spChg>
        <pc:spChg chg="mod">
          <ac:chgData name="anjali p" userId="ae08d16069c0d681" providerId="LiveId" clId="{FEB01522-8130-48B6-9533-9AD990066A04}" dt="2026-03-22T03:44:18.105" v="4484" actId="255"/>
          <ac:spMkLst>
            <pc:docMk/>
            <pc:sldMk cId="2697527399" sldId="256"/>
            <ac:spMk id="15" creationId="{45E1483A-FFCA-BBAF-83D9-1614408BD18C}"/>
          </ac:spMkLst>
        </pc:spChg>
      </pc:sldChg>
      <pc:sldChg chg="addSp delSp modSp mod modClrScheme chgLayout">
        <pc:chgData name="anjali p" userId="ae08d16069c0d681" providerId="LiveId" clId="{FEB01522-8130-48B6-9533-9AD990066A04}" dt="2026-03-23T04:59:46.101" v="4650" actId="14100"/>
        <pc:sldMkLst>
          <pc:docMk/>
          <pc:sldMk cId="278514410" sldId="257"/>
        </pc:sldMkLst>
        <pc:spChg chg="mod ord">
          <ac:chgData name="anjali p" userId="ae08d16069c0d681" providerId="LiveId" clId="{FEB01522-8130-48B6-9533-9AD990066A04}" dt="2026-03-18T05:45:40.115" v="52" actId="700"/>
          <ac:spMkLst>
            <pc:docMk/>
            <pc:sldMk cId="278514410" sldId="257"/>
            <ac:spMk id="2" creationId="{38A1AEDD-34C0-F621-558C-963694D69EF1}"/>
          </ac:spMkLst>
        </pc:spChg>
        <pc:spChg chg="add mod">
          <ac:chgData name="anjali p" userId="ae08d16069c0d681" providerId="LiveId" clId="{FEB01522-8130-48B6-9533-9AD990066A04}" dt="2026-03-22T03:41:43.304" v="4477" actId="2711"/>
          <ac:spMkLst>
            <pc:docMk/>
            <pc:sldMk cId="278514410" sldId="257"/>
            <ac:spMk id="12" creationId="{58C6E265-22E5-120D-23ED-69CA8F4822B1}"/>
          </ac:spMkLst>
        </pc:spChg>
        <pc:spChg chg="add mod">
          <ac:chgData name="anjali p" userId="ae08d16069c0d681" providerId="LiveId" clId="{FEB01522-8130-48B6-9533-9AD990066A04}" dt="2026-03-22T03:41:57.243" v="4478" actId="2711"/>
          <ac:spMkLst>
            <pc:docMk/>
            <pc:sldMk cId="278514410" sldId="257"/>
            <ac:spMk id="14" creationId="{56551163-3D89-E0C5-C4B3-0430F9CA3B29}"/>
          </ac:spMkLst>
        </pc:spChg>
        <pc:picChg chg="add mod">
          <ac:chgData name="anjali p" userId="ae08d16069c0d681" providerId="LiveId" clId="{FEB01522-8130-48B6-9533-9AD990066A04}" dt="2026-03-23T04:59:46.101" v="4650" actId="14100"/>
          <ac:picMkLst>
            <pc:docMk/>
            <pc:sldMk cId="278514410" sldId="257"/>
            <ac:picMk id="10" creationId="{851FFF4F-5FC7-A7CA-7961-F5C92570923B}"/>
          </ac:picMkLst>
        </pc:picChg>
      </pc:sldChg>
      <pc:sldChg chg="addSp delSp modSp mod ord">
        <pc:chgData name="anjali p" userId="ae08d16069c0d681" providerId="LiveId" clId="{FEB01522-8130-48B6-9533-9AD990066A04}" dt="2026-03-23T04:49:03.518" v="4618" actId="1036"/>
        <pc:sldMkLst>
          <pc:docMk/>
          <pc:sldMk cId="502669732" sldId="258"/>
        </pc:sldMkLst>
        <pc:spChg chg="add del mod">
          <ac:chgData name="anjali p" userId="ae08d16069c0d681" providerId="LiveId" clId="{FEB01522-8130-48B6-9533-9AD990066A04}" dt="2026-03-22T03:39:23.776" v="4474" actId="255"/>
          <ac:spMkLst>
            <pc:docMk/>
            <pc:sldMk cId="502669732" sldId="258"/>
            <ac:spMk id="6" creationId="{78E36B1D-3E61-3FEB-B86C-04858B62BDF8}"/>
          </ac:spMkLst>
        </pc:spChg>
        <pc:spChg chg="mod">
          <ac:chgData name="anjali p" userId="ae08d16069c0d681" providerId="LiveId" clId="{FEB01522-8130-48B6-9533-9AD990066A04}" dt="2026-03-22T03:36:42.737" v="4462" actId="2711"/>
          <ac:spMkLst>
            <pc:docMk/>
            <pc:sldMk cId="502669732" sldId="258"/>
            <ac:spMk id="10" creationId="{4A5F305E-F0F9-EC7D-ACEA-9404C382D8D3}"/>
          </ac:spMkLst>
        </pc:spChg>
        <pc:picChg chg="mod">
          <ac:chgData name="anjali p" userId="ae08d16069c0d681" providerId="LiveId" clId="{FEB01522-8130-48B6-9533-9AD990066A04}" dt="2026-03-23T04:49:03.518" v="4618" actId="1036"/>
          <ac:picMkLst>
            <pc:docMk/>
            <pc:sldMk cId="502669732" sldId="258"/>
            <ac:picMk id="3" creationId="{47ACCC83-AADD-590F-6876-DAB23BFA62D8}"/>
          </ac:picMkLst>
        </pc:picChg>
        <pc:picChg chg="mod">
          <ac:chgData name="anjali p" userId="ae08d16069c0d681" providerId="LiveId" clId="{FEB01522-8130-48B6-9533-9AD990066A04}" dt="2026-03-22T03:38:13.033" v="4472" actId="1076"/>
          <ac:picMkLst>
            <pc:docMk/>
            <pc:sldMk cId="502669732" sldId="258"/>
            <ac:picMk id="8" creationId="{DB92836E-AE85-A051-49B5-0C080EB0E971}"/>
          </ac:picMkLst>
        </pc:picChg>
      </pc:sldChg>
      <pc:sldChg chg="addSp delSp modSp new mod ord setBg modClrScheme chgLayout">
        <pc:chgData name="anjali p" userId="ae08d16069c0d681" providerId="LiveId" clId="{FEB01522-8130-48B6-9533-9AD990066A04}" dt="2026-03-23T06:35:22.582" v="4670" actId="20577"/>
        <pc:sldMkLst>
          <pc:docMk/>
          <pc:sldMk cId="2996200011" sldId="259"/>
        </pc:sldMkLst>
        <pc:spChg chg="add mod">
          <ac:chgData name="anjali p" userId="ae08d16069c0d681" providerId="LiveId" clId="{FEB01522-8130-48B6-9533-9AD990066A04}" dt="2026-03-22T03:43:23.517" v="4482" actId="113"/>
          <ac:spMkLst>
            <pc:docMk/>
            <pc:sldMk cId="2996200011" sldId="259"/>
            <ac:spMk id="2" creationId="{400EA041-70AF-7896-6EBE-266888140454}"/>
          </ac:spMkLst>
        </pc:spChg>
        <pc:spChg chg="add mod">
          <ac:chgData name="anjali p" userId="ae08d16069c0d681" providerId="LiveId" clId="{FEB01522-8130-48B6-9533-9AD990066A04}" dt="2026-03-23T06:35:22.582" v="4670" actId="20577"/>
          <ac:spMkLst>
            <pc:docMk/>
            <pc:sldMk cId="2996200011" sldId="259"/>
            <ac:spMk id="3" creationId="{CE6349E8-9FD7-53AB-BA0F-7B8311F2660E}"/>
          </ac:spMkLst>
        </pc:spChg>
      </pc:sldChg>
      <pc:sldChg chg="addSp delSp modSp new add del mod modClrScheme chgLayout">
        <pc:chgData name="anjali p" userId="ae08d16069c0d681" providerId="LiveId" clId="{FEB01522-8130-48B6-9533-9AD990066A04}" dt="2026-03-22T03:58:20.449" v="4538" actId="255"/>
        <pc:sldMkLst>
          <pc:docMk/>
          <pc:sldMk cId="883001496" sldId="260"/>
        </pc:sldMkLst>
        <pc:spChg chg="add mod">
          <ac:chgData name="anjali p" userId="ae08d16069c0d681" providerId="LiveId" clId="{FEB01522-8130-48B6-9533-9AD990066A04}" dt="2026-03-22T03:49:35.572" v="4508" actId="113"/>
          <ac:spMkLst>
            <pc:docMk/>
            <pc:sldMk cId="883001496" sldId="260"/>
            <ac:spMk id="2" creationId="{DA8287BF-C439-CD3F-C2FC-655E3FB1BE8B}"/>
          </ac:spMkLst>
        </pc:spChg>
        <pc:spChg chg="add mod">
          <ac:chgData name="anjali p" userId="ae08d16069c0d681" providerId="LiveId" clId="{FEB01522-8130-48B6-9533-9AD990066A04}" dt="2026-03-22T03:58:20.449" v="4538" actId="255"/>
          <ac:spMkLst>
            <pc:docMk/>
            <pc:sldMk cId="883001496" sldId="260"/>
            <ac:spMk id="3" creationId="{3664432C-AB92-FC70-D0B9-A0C43F35590B}"/>
          </ac:spMkLst>
        </pc:spChg>
        <pc:picChg chg="add mod">
          <ac:chgData name="anjali p" userId="ae08d16069c0d681" providerId="LiveId" clId="{FEB01522-8130-48B6-9533-9AD990066A04}" dt="2026-03-20T08:46:03.083" v="1024" actId="14100"/>
          <ac:picMkLst>
            <pc:docMk/>
            <pc:sldMk cId="883001496" sldId="260"/>
            <ac:picMk id="12" creationId="{F49DE0B4-A763-DB66-94D3-0C594D9D067D}"/>
          </ac:picMkLst>
        </pc:picChg>
      </pc:sldChg>
      <pc:sldChg chg="addSp delSp modSp new add del mod">
        <pc:chgData name="anjali p" userId="ae08d16069c0d681" providerId="LiveId" clId="{FEB01522-8130-48B6-9533-9AD990066A04}" dt="2026-03-23T06:44:22.274" v="4770" actId="14100"/>
        <pc:sldMkLst>
          <pc:docMk/>
          <pc:sldMk cId="3187456085" sldId="262"/>
        </pc:sldMkLst>
        <pc:spChg chg="add mod">
          <ac:chgData name="anjali p" userId="ae08d16069c0d681" providerId="LiveId" clId="{FEB01522-8130-48B6-9533-9AD990066A04}" dt="2026-03-23T06:44:22.274" v="4770" actId="14100"/>
          <ac:spMkLst>
            <pc:docMk/>
            <pc:sldMk cId="3187456085" sldId="262"/>
            <ac:spMk id="2" creationId="{08549621-1BC6-6F6F-F38E-00053E11BFAF}"/>
          </ac:spMkLst>
        </pc:spChg>
        <pc:spChg chg="add mod">
          <ac:chgData name="anjali p" userId="ae08d16069c0d681" providerId="LiveId" clId="{FEB01522-8130-48B6-9533-9AD990066A04}" dt="2026-03-22T03:51:53.754" v="4511" actId="255"/>
          <ac:spMkLst>
            <pc:docMk/>
            <pc:sldMk cId="3187456085" sldId="262"/>
            <ac:spMk id="3" creationId="{2F8E06DE-1B05-9881-20B8-B6B4AD686E9A}"/>
          </ac:spMkLst>
        </pc:spChg>
        <pc:spChg chg="add mod">
          <ac:chgData name="anjali p" userId="ae08d16069c0d681" providerId="LiveId" clId="{FEB01522-8130-48B6-9533-9AD990066A04}" dt="2026-03-22T03:52:26.588" v="4514" actId="1076"/>
          <ac:spMkLst>
            <pc:docMk/>
            <pc:sldMk cId="3187456085" sldId="262"/>
            <ac:spMk id="4" creationId="{94105C26-728E-957D-22AF-72A17945FCD9}"/>
          </ac:spMkLst>
        </pc:spChg>
        <pc:spChg chg="add mod">
          <ac:chgData name="anjali p" userId="ae08d16069c0d681" providerId="LiveId" clId="{FEB01522-8130-48B6-9533-9AD990066A04}" dt="2026-03-22T03:52:41.584" v="4515" actId="255"/>
          <ac:spMkLst>
            <pc:docMk/>
            <pc:sldMk cId="3187456085" sldId="262"/>
            <ac:spMk id="5" creationId="{33065EB7-422A-A83F-3A09-21D5600C93DB}"/>
          </ac:spMkLst>
        </pc:spChg>
        <pc:spChg chg="add mod">
          <ac:chgData name="anjali p" userId="ae08d16069c0d681" providerId="LiveId" clId="{FEB01522-8130-48B6-9533-9AD990066A04}" dt="2026-03-22T03:52:51.638" v="4516" actId="255"/>
          <ac:spMkLst>
            <pc:docMk/>
            <pc:sldMk cId="3187456085" sldId="262"/>
            <ac:spMk id="6" creationId="{8C86EE4E-6D04-4357-78F5-C2271BCD2C1E}"/>
          </ac:spMkLst>
        </pc:spChg>
        <pc:spChg chg="add del mod">
          <ac:chgData name="anjali p" userId="ae08d16069c0d681" providerId="LiveId" clId="{FEB01522-8130-48B6-9533-9AD990066A04}" dt="2026-03-22T03:53:19.327" v="4519" actId="14100"/>
          <ac:spMkLst>
            <pc:docMk/>
            <pc:sldMk cId="3187456085" sldId="262"/>
            <ac:spMk id="7" creationId="{386C7346-5606-7CF3-BDD2-7280DBDE83E7}"/>
          </ac:spMkLst>
        </pc:spChg>
        <pc:spChg chg="add mod">
          <ac:chgData name="anjali p" userId="ae08d16069c0d681" providerId="LiveId" clId="{FEB01522-8130-48B6-9533-9AD990066A04}" dt="2026-03-22T03:50:53.259" v="4509" actId="2711"/>
          <ac:spMkLst>
            <pc:docMk/>
            <pc:sldMk cId="3187456085" sldId="262"/>
            <ac:spMk id="10" creationId="{1250CB56-6116-01D4-B4A2-80EA9D5CF7E0}"/>
          </ac:spMkLst>
        </pc:spChg>
        <pc:spChg chg="add mod">
          <ac:chgData name="anjali p" userId="ae08d16069c0d681" providerId="LiveId" clId="{FEB01522-8130-48B6-9533-9AD990066A04}" dt="2026-03-22T03:50:53.259" v="4509" actId="2711"/>
          <ac:spMkLst>
            <pc:docMk/>
            <pc:sldMk cId="3187456085" sldId="262"/>
            <ac:spMk id="12" creationId="{D0090F83-ADF6-B27D-F2E4-E94AE54BF45A}"/>
          </ac:spMkLst>
        </pc:spChg>
        <pc:spChg chg="add mod">
          <ac:chgData name="anjali p" userId="ae08d16069c0d681" providerId="LiveId" clId="{FEB01522-8130-48B6-9533-9AD990066A04}" dt="2026-03-22T03:50:53.259" v="4509" actId="2711"/>
          <ac:spMkLst>
            <pc:docMk/>
            <pc:sldMk cId="3187456085" sldId="262"/>
            <ac:spMk id="13" creationId="{BDED317F-1530-B2C1-6E89-BF7330BF8FAD}"/>
          </ac:spMkLst>
        </pc:spChg>
        <pc:spChg chg="add mod">
          <ac:chgData name="anjali p" userId="ae08d16069c0d681" providerId="LiveId" clId="{FEB01522-8130-48B6-9533-9AD990066A04}" dt="2026-03-22T03:50:53.259" v="4509" actId="2711"/>
          <ac:spMkLst>
            <pc:docMk/>
            <pc:sldMk cId="3187456085" sldId="262"/>
            <ac:spMk id="14" creationId="{E73C2BE7-4E56-D105-12CC-F418E62CCBEC}"/>
          </ac:spMkLst>
        </pc:spChg>
        <pc:spChg chg="add mod">
          <ac:chgData name="anjali p" userId="ae08d16069c0d681" providerId="LiveId" clId="{FEB01522-8130-48B6-9533-9AD990066A04}" dt="2026-03-22T03:50:53.259" v="4509" actId="2711"/>
          <ac:spMkLst>
            <pc:docMk/>
            <pc:sldMk cId="3187456085" sldId="262"/>
            <ac:spMk id="16" creationId="{33A2EC58-C432-945E-D465-67047D369C39}"/>
          </ac:spMkLst>
        </pc:spChg>
        <pc:picChg chg="add mod">
          <ac:chgData name="anjali p" userId="ae08d16069c0d681" providerId="LiveId" clId="{FEB01522-8130-48B6-9533-9AD990066A04}" dt="2026-03-20T15:32:54.165" v="1552" actId="1076"/>
          <ac:picMkLst>
            <pc:docMk/>
            <pc:sldMk cId="3187456085" sldId="262"/>
            <ac:picMk id="8" creationId="{B57E8E64-2661-BFC5-F709-41773FA61462}"/>
          </ac:picMkLst>
        </pc:picChg>
        <pc:picChg chg="add mod">
          <ac:chgData name="anjali p" userId="ae08d16069c0d681" providerId="LiveId" clId="{FEB01522-8130-48B6-9533-9AD990066A04}" dt="2026-03-20T15:33:02.185" v="1554" actId="14100"/>
          <ac:picMkLst>
            <pc:docMk/>
            <pc:sldMk cId="3187456085" sldId="262"/>
            <ac:picMk id="11" creationId="{7B8B1309-84B6-8203-1B32-D749ECB86413}"/>
          </ac:picMkLst>
        </pc:picChg>
        <pc:picChg chg="add mod">
          <ac:chgData name="anjali p" userId="ae08d16069c0d681" providerId="LiveId" clId="{FEB01522-8130-48B6-9533-9AD990066A04}" dt="2026-03-20T15:31:41.771" v="1539" actId="1076"/>
          <ac:picMkLst>
            <pc:docMk/>
            <pc:sldMk cId="3187456085" sldId="262"/>
            <ac:picMk id="17" creationId="{B0E0FA40-4923-32C6-AAC1-EB4DFAE64DC5}"/>
          </ac:picMkLst>
        </pc:picChg>
        <pc:picChg chg="add mod">
          <ac:chgData name="anjali p" userId="ae08d16069c0d681" providerId="LiveId" clId="{FEB01522-8130-48B6-9533-9AD990066A04}" dt="2026-03-20T15:31:53.986" v="1541" actId="1076"/>
          <ac:picMkLst>
            <pc:docMk/>
            <pc:sldMk cId="3187456085" sldId="262"/>
            <ac:picMk id="21" creationId="{0CDF8C64-1967-FFD5-48D8-9E091ADB2CA3}"/>
          </ac:picMkLst>
        </pc:picChg>
        <pc:picChg chg="add mod">
          <ac:chgData name="anjali p" userId="ae08d16069c0d681" providerId="LiveId" clId="{FEB01522-8130-48B6-9533-9AD990066A04}" dt="2026-03-20T15:33:19.598" v="1558" actId="14100"/>
          <ac:picMkLst>
            <pc:docMk/>
            <pc:sldMk cId="3187456085" sldId="262"/>
            <ac:picMk id="23" creationId="{A70CC62D-3632-E7CC-D0A6-4E8218E1976E}"/>
          </ac:picMkLst>
        </pc:picChg>
      </pc:sldChg>
      <pc:sldChg chg="addSp delSp modSp new add del mod ord modClrScheme chgLayout">
        <pc:chgData name="anjali p" userId="ae08d16069c0d681" providerId="LiveId" clId="{FEB01522-8130-48B6-9533-9AD990066A04}" dt="2026-03-23T06:07:10.252" v="4666" actId="20577"/>
        <pc:sldMkLst>
          <pc:docMk/>
          <pc:sldMk cId="3193995969" sldId="263"/>
        </pc:sldMkLst>
        <pc:spChg chg="add mod">
          <ac:chgData name="anjali p" userId="ae08d16069c0d681" providerId="LiveId" clId="{FEB01522-8130-48B6-9533-9AD990066A04}" dt="2026-03-23T06:07:10.252" v="4666" actId="20577"/>
          <ac:spMkLst>
            <pc:docMk/>
            <pc:sldMk cId="3193995969" sldId="263"/>
            <ac:spMk id="2" creationId="{67B70791-D1D8-FD20-846E-DE4D68CBCCCB}"/>
          </ac:spMkLst>
        </pc:spChg>
        <pc:spChg chg="add mod">
          <ac:chgData name="anjali p" userId="ae08d16069c0d681" providerId="LiveId" clId="{FEB01522-8130-48B6-9533-9AD990066A04}" dt="2026-03-22T04:02:42.769" v="4561" actId="2710"/>
          <ac:spMkLst>
            <pc:docMk/>
            <pc:sldMk cId="3193995969" sldId="263"/>
            <ac:spMk id="7" creationId="{CE341609-D822-5B27-E862-29D58A4EC4BB}"/>
          </ac:spMkLst>
        </pc:spChg>
        <pc:picChg chg="add mod">
          <ac:chgData name="anjali p" userId="ae08d16069c0d681" providerId="LiveId" clId="{FEB01522-8130-48B6-9533-9AD990066A04}" dt="2026-03-22T03:47:06.303" v="4498" actId="14100"/>
          <ac:picMkLst>
            <pc:docMk/>
            <pc:sldMk cId="3193995969" sldId="263"/>
            <ac:picMk id="8" creationId="{7FED4384-D806-5013-4020-D8465BFB0630}"/>
          </ac:picMkLst>
        </pc:picChg>
      </pc:sldChg>
      <pc:sldChg chg="addSp delSp modSp new add del mod modClrScheme chgLayout">
        <pc:chgData name="anjali p" userId="ae08d16069c0d681" providerId="LiveId" clId="{FEB01522-8130-48B6-9533-9AD990066A04}" dt="2026-03-22T04:11:06.182" v="4617"/>
        <pc:sldMkLst>
          <pc:docMk/>
          <pc:sldMk cId="1815163590" sldId="264"/>
        </pc:sldMkLst>
        <pc:spChg chg="add mod">
          <ac:chgData name="anjali p" userId="ae08d16069c0d681" providerId="LiveId" clId="{FEB01522-8130-48B6-9533-9AD990066A04}" dt="2026-03-22T04:11:06.182" v="4617"/>
          <ac:spMkLst>
            <pc:docMk/>
            <pc:sldMk cId="1815163590" sldId="264"/>
            <ac:spMk id="2" creationId="{D81B9781-32D8-A549-3D6A-5A55F5FC5F8F}"/>
          </ac:spMkLst>
        </pc:spChg>
        <pc:spChg chg="add mod">
          <ac:chgData name="anjali p" userId="ae08d16069c0d681" providerId="LiveId" clId="{FEB01522-8130-48B6-9533-9AD990066A04}" dt="2026-03-22T04:03:10.785" v="4562" actId="2710"/>
          <ac:spMkLst>
            <pc:docMk/>
            <pc:sldMk cId="1815163590" sldId="264"/>
            <ac:spMk id="3" creationId="{DA0FAA09-D593-55D9-08FC-BA68779C20B4}"/>
          </ac:spMkLst>
        </pc:spChg>
        <pc:picChg chg="add mod">
          <ac:chgData name="anjali p" userId="ae08d16069c0d681" providerId="LiveId" clId="{FEB01522-8130-48B6-9533-9AD990066A04}" dt="2026-03-20T16:32:42.237" v="2294" actId="14100"/>
          <ac:picMkLst>
            <pc:docMk/>
            <pc:sldMk cId="1815163590" sldId="264"/>
            <ac:picMk id="6" creationId="{23CAAE7C-F869-4E3B-6B52-8670869BE5A2}"/>
          </ac:picMkLst>
        </pc:picChg>
      </pc:sldChg>
      <pc:sldChg chg="addSp delSp modSp new mod">
        <pc:chgData name="anjali p" userId="ae08d16069c0d681" providerId="LiveId" clId="{FEB01522-8130-48B6-9533-9AD990066A04}" dt="2026-03-22T04:11:06.182" v="4617"/>
        <pc:sldMkLst>
          <pc:docMk/>
          <pc:sldMk cId="201770176" sldId="265"/>
        </pc:sldMkLst>
        <pc:spChg chg="mod">
          <ac:chgData name="anjali p" userId="ae08d16069c0d681" providerId="LiveId" clId="{FEB01522-8130-48B6-9533-9AD990066A04}" dt="2026-03-22T04:11:06.182" v="4617"/>
          <ac:spMkLst>
            <pc:docMk/>
            <pc:sldMk cId="201770176" sldId="265"/>
            <ac:spMk id="2" creationId="{58209474-877A-0807-6FDC-DB1352D8B7E1}"/>
          </ac:spMkLst>
        </pc:spChg>
        <pc:spChg chg="mod">
          <ac:chgData name="anjali p" userId="ae08d16069c0d681" providerId="LiveId" clId="{FEB01522-8130-48B6-9533-9AD990066A04}" dt="2026-03-22T04:03:43.150" v="4563" actId="2710"/>
          <ac:spMkLst>
            <pc:docMk/>
            <pc:sldMk cId="201770176" sldId="265"/>
            <ac:spMk id="3" creationId="{F83D915C-6AB6-2ECC-2C31-B83DE3B86FF1}"/>
          </ac:spMkLst>
        </pc:spChg>
        <pc:picChg chg="add mod">
          <ac:chgData name="anjali p" userId="ae08d16069c0d681" providerId="LiveId" clId="{FEB01522-8130-48B6-9533-9AD990066A04}" dt="2026-03-20T17:00:42.310" v="2557" actId="14100"/>
          <ac:picMkLst>
            <pc:docMk/>
            <pc:sldMk cId="201770176" sldId="265"/>
            <ac:picMk id="5" creationId="{7791B65D-64EA-D0A0-FA93-4AD4D4DAE866}"/>
          </ac:picMkLst>
        </pc:picChg>
      </pc:sldChg>
      <pc:sldChg chg="addSp modSp new mod">
        <pc:chgData name="anjali p" userId="ae08d16069c0d681" providerId="LiveId" clId="{FEB01522-8130-48B6-9533-9AD990066A04}" dt="2026-03-23T04:49:48.187" v="4621" actId="14100"/>
        <pc:sldMkLst>
          <pc:docMk/>
          <pc:sldMk cId="284482458" sldId="266"/>
        </pc:sldMkLst>
        <pc:spChg chg="mod">
          <ac:chgData name="anjali p" userId="ae08d16069c0d681" providerId="LiveId" clId="{FEB01522-8130-48B6-9533-9AD990066A04}" dt="2026-03-22T03:59:59.672" v="4548" actId="113"/>
          <ac:spMkLst>
            <pc:docMk/>
            <pc:sldMk cId="284482458" sldId="266"/>
            <ac:spMk id="2" creationId="{9E2AC8ED-6512-E431-F5DE-0C23D645613E}"/>
          </ac:spMkLst>
        </pc:spChg>
        <pc:spChg chg="mod">
          <ac:chgData name="anjali p" userId="ae08d16069c0d681" providerId="LiveId" clId="{FEB01522-8130-48B6-9533-9AD990066A04}" dt="2026-03-22T04:11:06.182" v="4617"/>
          <ac:spMkLst>
            <pc:docMk/>
            <pc:sldMk cId="284482458" sldId="266"/>
            <ac:spMk id="3" creationId="{1A361791-D37B-EAF0-4B8B-F0B0C1387021}"/>
          </ac:spMkLst>
        </pc:spChg>
        <pc:picChg chg="add mod">
          <ac:chgData name="anjali p" userId="ae08d16069c0d681" providerId="LiveId" clId="{FEB01522-8130-48B6-9533-9AD990066A04}" dt="2026-03-23T04:49:48.187" v="4621" actId="14100"/>
          <ac:picMkLst>
            <pc:docMk/>
            <pc:sldMk cId="284482458" sldId="266"/>
            <ac:picMk id="5" creationId="{47947598-A49C-9FAE-C9AB-1D0F04728700}"/>
          </ac:picMkLst>
        </pc:picChg>
      </pc:sldChg>
      <pc:sldChg chg="addSp delSp modSp new mod">
        <pc:chgData name="anjali p" userId="ae08d16069c0d681" providerId="LiveId" clId="{FEB01522-8130-48B6-9533-9AD990066A04}" dt="2026-03-22T04:11:06.182" v="4617"/>
        <pc:sldMkLst>
          <pc:docMk/>
          <pc:sldMk cId="1844497478" sldId="267"/>
        </pc:sldMkLst>
        <pc:spChg chg="mod">
          <ac:chgData name="anjali p" userId="ae08d16069c0d681" providerId="LiveId" clId="{FEB01522-8130-48B6-9533-9AD990066A04}" dt="2026-03-22T04:11:06.182" v="4617"/>
          <ac:spMkLst>
            <pc:docMk/>
            <pc:sldMk cId="1844497478" sldId="267"/>
            <ac:spMk id="2" creationId="{CE36B318-ECD3-7FD5-9CFC-78C5CE12572C}"/>
          </ac:spMkLst>
        </pc:spChg>
        <pc:spChg chg="mod">
          <ac:chgData name="anjali p" userId="ae08d16069c0d681" providerId="LiveId" clId="{FEB01522-8130-48B6-9533-9AD990066A04}" dt="2026-03-22T04:01:42.282" v="4559" actId="2710"/>
          <ac:spMkLst>
            <pc:docMk/>
            <pc:sldMk cId="1844497478" sldId="267"/>
            <ac:spMk id="3" creationId="{B64F0288-0153-B95E-C9B8-D44CA24DC375}"/>
          </ac:spMkLst>
        </pc:spChg>
        <pc:picChg chg="add mod">
          <ac:chgData name="anjali p" userId="ae08d16069c0d681" providerId="LiveId" clId="{FEB01522-8130-48B6-9533-9AD990066A04}" dt="2026-03-22T04:01:13.742" v="4558" actId="1076"/>
          <ac:picMkLst>
            <pc:docMk/>
            <pc:sldMk cId="1844497478" sldId="267"/>
            <ac:picMk id="5" creationId="{3055CF7F-8E5A-D81E-A057-8AC6C96C4F11}"/>
          </ac:picMkLst>
        </pc:picChg>
      </pc:sldChg>
      <pc:sldChg chg="addSp delSp modSp new mod modClrScheme chgLayout">
        <pc:chgData name="anjali p" userId="ae08d16069c0d681" providerId="LiveId" clId="{FEB01522-8130-48B6-9533-9AD990066A04}" dt="2026-03-22T04:05:06.153" v="4570" actId="2710"/>
        <pc:sldMkLst>
          <pc:docMk/>
          <pc:sldMk cId="3736688789" sldId="268"/>
        </pc:sldMkLst>
        <pc:spChg chg="add mod">
          <ac:chgData name="anjali p" userId="ae08d16069c0d681" providerId="LiveId" clId="{FEB01522-8130-48B6-9533-9AD990066A04}" dt="2026-03-22T04:04:48.217" v="4568" actId="113"/>
          <ac:spMkLst>
            <pc:docMk/>
            <pc:sldMk cId="3736688789" sldId="268"/>
            <ac:spMk id="4" creationId="{7680B682-C018-1411-17C4-92F835225562}"/>
          </ac:spMkLst>
        </pc:spChg>
        <pc:spChg chg="add mod">
          <ac:chgData name="anjali p" userId="ae08d16069c0d681" providerId="LiveId" clId="{FEB01522-8130-48B6-9533-9AD990066A04}" dt="2026-03-22T04:05:06.153" v="4570" actId="2710"/>
          <ac:spMkLst>
            <pc:docMk/>
            <pc:sldMk cId="3736688789" sldId="268"/>
            <ac:spMk id="5" creationId="{DF3D6FFA-EDFA-09F7-394F-DA2D38735699}"/>
          </ac:spMkLst>
        </pc:spChg>
        <pc:picChg chg="add mod">
          <ac:chgData name="anjali p" userId="ae08d16069c0d681" providerId="LiveId" clId="{FEB01522-8130-48B6-9533-9AD990066A04}" dt="2026-03-20T17:40:52.270" v="3463" actId="1076"/>
          <ac:picMkLst>
            <pc:docMk/>
            <pc:sldMk cId="3736688789" sldId="268"/>
            <ac:picMk id="7" creationId="{F7FE0397-6C8D-E539-A226-FDA26BF38C66}"/>
          </ac:picMkLst>
        </pc:picChg>
      </pc:sldChg>
      <pc:sldChg chg="addSp delSp modSp new mod ord modClrScheme chgLayout">
        <pc:chgData name="anjali p" userId="ae08d16069c0d681" providerId="LiveId" clId="{FEB01522-8130-48B6-9533-9AD990066A04}" dt="2026-03-22T04:06:47.854" v="4592" actId="14100"/>
        <pc:sldMkLst>
          <pc:docMk/>
          <pc:sldMk cId="3407726663" sldId="269"/>
        </pc:sldMkLst>
        <pc:spChg chg="add mod">
          <ac:chgData name="anjali p" userId="ae08d16069c0d681" providerId="LiveId" clId="{FEB01522-8130-48B6-9533-9AD990066A04}" dt="2026-03-22T04:05:47.111" v="4572" actId="113"/>
          <ac:spMkLst>
            <pc:docMk/>
            <pc:sldMk cId="3407726663" sldId="269"/>
            <ac:spMk id="4" creationId="{BA328148-BA33-FC75-4922-6D1397DB3840}"/>
          </ac:spMkLst>
        </pc:spChg>
        <pc:spChg chg="add mod">
          <ac:chgData name="anjali p" userId="ae08d16069c0d681" providerId="LiveId" clId="{FEB01522-8130-48B6-9533-9AD990066A04}" dt="2026-03-22T04:06:47.854" v="4592" actId="14100"/>
          <ac:spMkLst>
            <pc:docMk/>
            <pc:sldMk cId="3407726663" sldId="269"/>
            <ac:spMk id="5" creationId="{3F276FD8-E3D8-17DC-F13E-697A89738FAD}"/>
          </ac:spMkLst>
        </pc:spChg>
        <pc:picChg chg="add mod">
          <ac:chgData name="anjali p" userId="ae08d16069c0d681" providerId="LiveId" clId="{FEB01522-8130-48B6-9533-9AD990066A04}" dt="2026-03-20T18:02:04.391" v="3683" actId="1076"/>
          <ac:picMkLst>
            <pc:docMk/>
            <pc:sldMk cId="3407726663" sldId="269"/>
            <ac:picMk id="9" creationId="{71D14006-F629-32DE-20BF-B2EC865498A6}"/>
          </ac:picMkLst>
        </pc:picChg>
      </pc:sldChg>
      <pc:sldChg chg="addSp delSp modSp new mod modClrScheme chgLayout">
        <pc:chgData name="anjali p" userId="ae08d16069c0d681" providerId="LiveId" clId="{FEB01522-8130-48B6-9533-9AD990066A04}" dt="2026-03-22T04:09:25.394" v="4606" actId="2710"/>
        <pc:sldMkLst>
          <pc:docMk/>
          <pc:sldMk cId="3466559951" sldId="270"/>
        </pc:sldMkLst>
        <pc:spChg chg="add mod">
          <ac:chgData name="anjali p" userId="ae08d16069c0d681" providerId="LiveId" clId="{FEB01522-8130-48B6-9533-9AD990066A04}" dt="2026-03-22T04:09:13.235" v="4605" actId="113"/>
          <ac:spMkLst>
            <pc:docMk/>
            <pc:sldMk cId="3466559951" sldId="270"/>
            <ac:spMk id="4" creationId="{A2EF1D16-ACE0-E8EE-5669-FB2A23CE17D4}"/>
          </ac:spMkLst>
        </pc:spChg>
        <pc:spChg chg="add mod">
          <ac:chgData name="anjali p" userId="ae08d16069c0d681" providerId="LiveId" clId="{FEB01522-8130-48B6-9533-9AD990066A04}" dt="2026-03-22T04:09:25.394" v="4606" actId="2710"/>
          <ac:spMkLst>
            <pc:docMk/>
            <pc:sldMk cId="3466559951" sldId="270"/>
            <ac:spMk id="5" creationId="{99D9EAC5-5CDC-43D7-0FB0-1EEAED438206}"/>
          </ac:spMkLst>
        </pc:spChg>
      </pc:sldChg>
      <pc:sldChg chg="addSp delSp modSp new mod ord modClrScheme chgLayout">
        <pc:chgData name="anjali p" userId="ae08d16069c0d681" providerId="LiveId" clId="{FEB01522-8130-48B6-9533-9AD990066A04}" dt="2026-03-22T04:11:06.182" v="4617"/>
        <pc:sldMkLst>
          <pc:docMk/>
          <pc:sldMk cId="3534773959" sldId="271"/>
        </pc:sldMkLst>
        <pc:spChg chg="add mod ord">
          <ac:chgData name="anjali p" userId="ae08d16069c0d681" providerId="LiveId" clId="{FEB01522-8130-48B6-9533-9AD990066A04}" dt="2026-03-22T04:11:06.182" v="4617"/>
          <ac:spMkLst>
            <pc:docMk/>
            <pc:sldMk cId="3534773959" sldId="271"/>
            <ac:spMk id="4" creationId="{1664932F-0DF4-1122-F1F1-55BB732E1E4C}"/>
          </ac:spMkLst>
        </pc:spChg>
        <pc:spChg chg="add mod ord">
          <ac:chgData name="anjali p" userId="ae08d16069c0d681" providerId="LiveId" clId="{FEB01522-8130-48B6-9533-9AD990066A04}" dt="2026-03-22T04:08:41.731" v="4602" actId="115"/>
          <ac:spMkLst>
            <pc:docMk/>
            <pc:sldMk cId="3534773959" sldId="271"/>
            <ac:spMk id="5" creationId="{5A8488B2-F4CB-6DED-64CF-B1ECA6F6E23C}"/>
          </ac:spMkLst>
        </pc:spChg>
        <pc:spChg chg="add mod ord">
          <ac:chgData name="anjali p" userId="ae08d16069c0d681" providerId="LiveId" clId="{FEB01522-8130-48B6-9533-9AD990066A04}" dt="2026-03-22T04:08:51.864" v="4603" actId="115"/>
          <ac:spMkLst>
            <pc:docMk/>
            <pc:sldMk cId="3534773959" sldId="271"/>
            <ac:spMk id="6" creationId="{57E9CB1F-9B87-466E-9FC9-263898DE69AF}"/>
          </ac:spMkLst>
        </pc:spChg>
      </pc:sldChg>
      <pc:sldChg chg="addSp delSp modSp new mod ord modClrScheme chgLayout">
        <pc:chgData name="anjali p" userId="ae08d16069c0d681" providerId="LiveId" clId="{FEB01522-8130-48B6-9533-9AD990066A04}" dt="2026-03-20T19:23:22.370" v="4413" actId="14100"/>
        <pc:sldMkLst>
          <pc:docMk/>
          <pc:sldMk cId="2835729317" sldId="272"/>
        </pc:sldMkLst>
        <pc:picChg chg="add mod">
          <ac:chgData name="anjali p" userId="ae08d16069c0d681" providerId="LiveId" clId="{FEB01522-8130-48B6-9533-9AD990066A04}" dt="2026-03-20T19:23:22.370" v="4413" actId="14100"/>
          <ac:picMkLst>
            <pc:docMk/>
            <pc:sldMk cId="2835729317" sldId="272"/>
            <ac:picMk id="6" creationId="{2377D9EC-48AD-D8CA-4463-A3C4435050B1}"/>
          </ac:picMkLst>
        </pc:picChg>
      </pc:sldChg>
      <pc:sldChg chg="addSp delSp modSp new mod ord modClrScheme chgLayout">
        <pc:chgData name="anjali p" userId="ae08d16069c0d681" providerId="LiveId" clId="{FEB01522-8130-48B6-9533-9AD990066A04}" dt="2026-03-23T05:55:37.770" v="4659" actId="14100"/>
        <pc:sldMkLst>
          <pc:docMk/>
          <pc:sldMk cId="1906715812" sldId="273"/>
        </pc:sldMkLst>
        <pc:spChg chg="add mod ord">
          <ac:chgData name="anjali p" userId="ae08d16069c0d681" providerId="LiveId" clId="{FEB01522-8130-48B6-9533-9AD990066A04}" dt="2026-03-23T04:59:53.849" v="4652" actId="14100"/>
          <ac:spMkLst>
            <pc:docMk/>
            <pc:sldMk cId="1906715812" sldId="273"/>
            <ac:spMk id="2" creationId="{B541F7F8-8CB0-8BAA-CB55-2197889ECDD4}"/>
          </ac:spMkLst>
        </pc:spChg>
        <pc:picChg chg="add mod">
          <ac:chgData name="anjali p" userId="ae08d16069c0d681" providerId="LiveId" clId="{FEB01522-8130-48B6-9533-9AD990066A04}" dt="2026-03-23T05:55:37.770" v="4659" actId="14100"/>
          <ac:picMkLst>
            <pc:docMk/>
            <pc:sldMk cId="1906715812" sldId="273"/>
            <ac:picMk id="4" creationId="{16C47E09-BFC5-9156-2ADB-50837134BA33}"/>
          </ac:picMkLst>
        </pc:picChg>
        <pc:picChg chg="add del mod">
          <ac:chgData name="anjali p" userId="ae08d16069c0d681" providerId="LiveId" clId="{FEB01522-8130-48B6-9533-9AD990066A04}" dt="2026-03-23T05:55:09.171" v="4653" actId="478"/>
          <ac:picMkLst>
            <pc:docMk/>
            <pc:sldMk cId="1906715812" sldId="273"/>
            <ac:picMk id="5" creationId="{6D1EC508-DEE0-A196-347E-67817164458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2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12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55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46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8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96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64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41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67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3343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29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377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47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84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34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8E6F909-9612-4468-9212-C13CC1479911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D53C390-24AF-4910-9190-57958E9D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586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  <p:sldLayoutId id="2147483920" r:id="rId13"/>
    <p:sldLayoutId id="2147483921" r:id="rId14"/>
    <p:sldLayoutId id="2147483922" r:id="rId15"/>
    <p:sldLayoutId id="2147483923" r:id="rId16"/>
    <p:sldLayoutId id="214748392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ACCC83-AADD-590F-6876-DAB23BFA6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32"/>
            <a:ext cx="12192000" cy="6886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92836E-AE85-A051-49B5-0C080EB0E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599" y="249378"/>
            <a:ext cx="1379208" cy="1050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E36B1D-3E61-3FEB-B86C-04858B62BDF8}"/>
              </a:ext>
            </a:extLst>
          </p:cNvPr>
          <p:cNvSpPr txBox="1"/>
          <p:nvPr/>
        </p:nvSpPr>
        <p:spPr>
          <a:xfrm>
            <a:off x="2123769" y="249378"/>
            <a:ext cx="96637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Tata Motors Global Car Sales</a:t>
            </a:r>
          </a:p>
          <a:p>
            <a:pPr algn="ctr"/>
            <a:r>
              <a:rPr lang="en-US" sz="4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(2015–2024)</a:t>
            </a:r>
            <a:endParaRPr lang="en-US" sz="48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5F305E-F0F9-EC7D-ACEA-9404C382D8D3}"/>
              </a:ext>
            </a:extLst>
          </p:cNvPr>
          <p:cNvSpPr txBox="1"/>
          <p:nvPr/>
        </p:nvSpPr>
        <p:spPr>
          <a:xfrm>
            <a:off x="7433188" y="4651920"/>
            <a:ext cx="40607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 : Anjali Potu</a:t>
            </a:r>
            <a:r>
              <a:rPr lang="en-US" sz="40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02669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1AEDD-34C0-F621-558C-963694D69E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</a:t>
            </a:r>
            <a:endParaRPr lang="en-US" sz="4800" b="1" dirty="0"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FFF4F-5FC7-A7CA-7961-F5C925709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C6E265-22E5-120D-23ED-69CA8F4822B1}"/>
              </a:ext>
            </a:extLst>
          </p:cNvPr>
          <p:cNvSpPr txBox="1"/>
          <p:nvPr/>
        </p:nvSpPr>
        <p:spPr>
          <a:xfrm>
            <a:off x="2419350" y="258465"/>
            <a:ext cx="7660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Tata Motors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51163-3D89-E0C5-C4B3-0430F9CA3B29}"/>
              </a:ext>
            </a:extLst>
          </p:cNvPr>
          <p:cNvSpPr txBox="1"/>
          <p:nvPr/>
        </p:nvSpPr>
        <p:spPr>
          <a:xfrm>
            <a:off x="119742" y="2055813"/>
            <a:ext cx="813162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Tata Motors is one of India's largest  automobile company.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Manufactures passenger vehicles including EVs ,SUVs ,Hatchbacks &amp; Sedans.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company sells vehicles in many countries around the world.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Popular models include Nexon, Tiago, Harrier, and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Altroz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51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EA041-70AF-7896-6EBE-26688814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06477"/>
            <a:ext cx="9905998" cy="139618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349E8-9FD7-53AB-BA0F-7B8311F26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195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global car sales data from 2015–2024</a:t>
            </a:r>
          </a:p>
          <a:p>
            <a:pPr>
              <a:lnSpc>
                <a:spcPct val="100000"/>
              </a:lnSpc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Identify the best performing sales year &amp; Top model</a:t>
            </a:r>
          </a:p>
          <a:p>
            <a:pPr>
              <a:lnSpc>
                <a:spcPct val="100000"/>
              </a:lnSpc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Understand the country-wise and Category-wise sales</a:t>
            </a:r>
          </a:p>
          <a:p>
            <a:pPr>
              <a:lnSpc>
                <a:spcPct val="100000"/>
              </a:lnSpc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Understand the unit sold country ,model &amp; colour wise</a:t>
            </a:r>
          </a:p>
          <a:p>
            <a:pPr>
              <a:lnSpc>
                <a:spcPct val="100000"/>
              </a:lnSpc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 interactive visualizations using Power BI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6200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2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BB4DC8B-C76C-01A7-5770-498B2AFDF235}"/>
              </a:ext>
            </a:extLst>
          </p:cNvPr>
          <p:cNvSpPr/>
          <p:nvPr/>
        </p:nvSpPr>
        <p:spPr>
          <a:xfrm>
            <a:off x="4166400" y="1690837"/>
            <a:ext cx="3090410" cy="310146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F1F6C7B-EC54-9447-A4EF-1C1E5FC0E274}"/>
              </a:ext>
            </a:extLst>
          </p:cNvPr>
          <p:cNvSpPr/>
          <p:nvPr/>
        </p:nvSpPr>
        <p:spPr>
          <a:xfrm>
            <a:off x="7069431" y="1927343"/>
            <a:ext cx="1401096" cy="15756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Country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A248452-10C5-939B-72BB-1569FEED7582}"/>
              </a:ext>
            </a:extLst>
          </p:cNvPr>
          <p:cNvSpPr/>
          <p:nvPr/>
        </p:nvSpPr>
        <p:spPr>
          <a:xfrm>
            <a:off x="7001187" y="3471825"/>
            <a:ext cx="1401096" cy="15756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 Model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C159D1B-37FD-5011-B184-DD9FEC37FE0B}"/>
              </a:ext>
            </a:extLst>
          </p:cNvPr>
          <p:cNvSpPr/>
          <p:nvPr/>
        </p:nvSpPr>
        <p:spPr>
          <a:xfrm>
            <a:off x="5889836" y="4427430"/>
            <a:ext cx="1521838" cy="15756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 Category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83099807-F88D-4291-BE2F-951C87300A6F}"/>
              </a:ext>
            </a:extLst>
          </p:cNvPr>
          <p:cNvSpPr/>
          <p:nvPr/>
        </p:nvSpPr>
        <p:spPr>
          <a:xfrm>
            <a:off x="6247461" y="685456"/>
            <a:ext cx="1401096" cy="15756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2388BFA0-C351-07F6-B8DE-CED5CF17533B}"/>
              </a:ext>
            </a:extLst>
          </p:cNvPr>
          <p:cNvSpPr/>
          <p:nvPr/>
        </p:nvSpPr>
        <p:spPr>
          <a:xfrm>
            <a:off x="2879946" y="2205231"/>
            <a:ext cx="1521838" cy="15756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 Colour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A7246B5B-0423-8671-A027-7E78372C5CF1}"/>
              </a:ext>
            </a:extLst>
          </p:cNvPr>
          <p:cNvSpPr/>
          <p:nvPr/>
        </p:nvSpPr>
        <p:spPr>
          <a:xfrm>
            <a:off x="3210215" y="3687564"/>
            <a:ext cx="1521838" cy="15756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 Mode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6AB58EC8-9F09-BFEE-0674-04184F96C7BC}"/>
              </a:ext>
            </a:extLst>
          </p:cNvPr>
          <p:cNvSpPr/>
          <p:nvPr/>
        </p:nvSpPr>
        <p:spPr>
          <a:xfrm>
            <a:off x="4490266" y="4523317"/>
            <a:ext cx="1401096" cy="15756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Units Sold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FA91B6F6-9C5D-392C-D2CA-425566CD51AF}"/>
              </a:ext>
            </a:extLst>
          </p:cNvPr>
          <p:cNvSpPr/>
          <p:nvPr/>
        </p:nvSpPr>
        <p:spPr>
          <a:xfrm>
            <a:off x="4868712" y="160185"/>
            <a:ext cx="1521838" cy="153065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Days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45E1483A-FFCA-BBAF-83D9-1614408BD18C}"/>
              </a:ext>
            </a:extLst>
          </p:cNvPr>
          <p:cNvSpPr/>
          <p:nvPr/>
        </p:nvSpPr>
        <p:spPr>
          <a:xfrm>
            <a:off x="3411794" y="722898"/>
            <a:ext cx="1610978" cy="15756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Warranty years</a:t>
            </a:r>
          </a:p>
        </p:txBody>
      </p:sp>
    </p:spTree>
    <p:extLst>
      <p:ext uri="{BB962C8B-B14F-4D97-AF65-F5344CB8AC3E}">
        <p14:creationId xmlns:p14="http://schemas.microsoft.com/office/powerpoint/2010/main" val="2697527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70791-D1D8-FD20-846E-DE4D68CBC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67149"/>
            <a:ext cx="9905998" cy="1259642"/>
          </a:xfrm>
        </p:spPr>
        <p:txBody>
          <a:bodyPr/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Scroller Visual</a:t>
            </a:r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341609-D822-5B27-E862-29D58A4EC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018503"/>
            <a:ext cx="9742898" cy="311682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performing car model : Tigor</a:t>
            </a:r>
          </a:p>
          <a:p>
            <a:pPr>
              <a:lnSpc>
                <a:spcPct val="100000"/>
              </a:lnSpc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Sold : 12,502,710</a:t>
            </a:r>
          </a:p>
          <a:p>
            <a:pPr>
              <a:lnSpc>
                <a:spcPct val="100000"/>
              </a:lnSpc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the most popular car in the dataset</a:t>
            </a:r>
          </a:p>
          <a:p>
            <a:pPr marL="0" indent="0">
              <a:buNone/>
            </a:pPr>
            <a:r>
              <a:rPr lang="en-US" dirty="0"/>
              <a:t>     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FED4384-D806-5013-4020-D8465BFB0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671" y="1426791"/>
            <a:ext cx="6544399" cy="121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995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287BF-C439-CD3F-C2FC-655E3FB1BE8B}"/>
              </a:ext>
            </a:extLst>
          </p:cNvPr>
          <p:cNvSpPr txBox="1">
            <a:spLocks/>
          </p:cNvSpPr>
          <p:nvPr/>
        </p:nvSpPr>
        <p:spPr>
          <a:xfrm>
            <a:off x="2128684" y="254974"/>
            <a:ext cx="7934631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Slicers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4432C-AB92-FC70-D0B9-A0C43F35590B}"/>
              </a:ext>
            </a:extLst>
          </p:cNvPr>
          <p:cNvSpPr txBox="1">
            <a:spLocks/>
          </p:cNvSpPr>
          <p:nvPr/>
        </p:nvSpPr>
        <p:spPr>
          <a:xfrm>
            <a:off x="1111045" y="2396508"/>
            <a:ext cx="9960078" cy="398462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 Category Slicer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 Colour Slicer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 Slicer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Country Slicer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Warranty Years Slicer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filters help users interact with the dashboard and analyze specific data.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9DE0B4-A763-DB66-94D3-0C594D9D0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45" y="1253507"/>
            <a:ext cx="9763431" cy="101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001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apezium 2">
            <a:extLst>
              <a:ext uri="{FF2B5EF4-FFF2-40B4-BE49-F238E27FC236}">
                <a16:creationId xmlns:a16="http://schemas.microsoft.com/office/drawing/2014/main" id="{2F8E06DE-1B05-9881-20B8-B6B4AD686E9A}"/>
              </a:ext>
            </a:extLst>
          </p:cNvPr>
          <p:cNvSpPr/>
          <p:nvPr/>
        </p:nvSpPr>
        <p:spPr>
          <a:xfrm>
            <a:off x="2418735" y="5429865"/>
            <a:ext cx="7639664" cy="784122"/>
          </a:xfrm>
          <a:prstGeom prst="trapezoid">
            <a:avLst>
              <a:gd name="adj" fmla="val 72186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of Average Sale Price</a:t>
            </a:r>
          </a:p>
        </p:txBody>
      </p:sp>
      <p:sp>
        <p:nvSpPr>
          <p:cNvPr id="4" name="Trapezium 3">
            <a:extLst>
              <a:ext uri="{FF2B5EF4-FFF2-40B4-BE49-F238E27FC236}">
                <a16:creationId xmlns:a16="http://schemas.microsoft.com/office/drawing/2014/main" id="{94105C26-728E-957D-22AF-72A17945FCD9}"/>
              </a:ext>
            </a:extLst>
          </p:cNvPr>
          <p:cNvSpPr/>
          <p:nvPr/>
        </p:nvSpPr>
        <p:spPr>
          <a:xfrm>
            <a:off x="3186236" y="4454514"/>
            <a:ext cx="6007510" cy="685800"/>
          </a:xfrm>
          <a:prstGeom prst="trapezoid">
            <a:avLst>
              <a:gd name="adj" fmla="val 71824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Units Sold: 4,999,083</a:t>
            </a:r>
          </a:p>
        </p:txBody>
      </p:sp>
      <p:sp>
        <p:nvSpPr>
          <p:cNvPr id="5" name="Trapezium 4">
            <a:extLst>
              <a:ext uri="{FF2B5EF4-FFF2-40B4-BE49-F238E27FC236}">
                <a16:creationId xmlns:a16="http://schemas.microsoft.com/office/drawing/2014/main" id="{33065EB7-422A-A83F-3A09-21D5600C93DB}"/>
              </a:ext>
            </a:extLst>
          </p:cNvPr>
          <p:cNvSpPr/>
          <p:nvPr/>
        </p:nvSpPr>
        <p:spPr>
          <a:xfrm>
            <a:off x="3873910" y="3502742"/>
            <a:ext cx="4680156" cy="685800"/>
          </a:xfrm>
          <a:prstGeom prst="trapezoid">
            <a:avLst>
              <a:gd name="adj" fmla="val 77432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Sales: 1,274,361.35M</a:t>
            </a:r>
          </a:p>
        </p:txBody>
      </p:sp>
      <p:sp>
        <p:nvSpPr>
          <p:cNvPr id="6" name="Trapezium 5">
            <a:extLst>
              <a:ext uri="{FF2B5EF4-FFF2-40B4-BE49-F238E27FC236}">
                <a16:creationId xmlns:a16="http://schemas.microsoft.com/office/drawing/2014/main" id="{8C86EE4E-6D04-4357-78F5-C2271BCD2C1E}"/>
              </a:ext>
            </a:extLst>
          </p:cNvPr>
          <p:cNvSpPr/>
          <p:nvPr/>
        </p:nvSpPr>
        <p:spPr>
          <a:xfrm>
            <a:off x="4611329" y="2523204"/>
            <a:ext cx="3234813" cy="701776"/>
          </a:xfrm>
          <a:prstGeom prst="trapezoid">
            <a:avLst>
              <a:gd name="adj" fmla="val 71501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Sales Year: 2022</a:t>
            </a:r>
          </a:p>
        </p:txBody>
      </p:sp>
      <p:sp>
        <p:nvSpPr>
          <p:cNvPr id="7" name="Trapezium 6">
            <a:extLst>
              <a:ext uri="{FF2B5EF4-FFF2-40B4-BE49-F238E27FC236}">
                <a16:creationId xmlns:a16="http://schemas.microsoft.com/office/drawing/2014/main" id="{386C7346-5606-7CF3-BDD2-7280DBDE83E7}"/>
              </a:ext>
            </a:extLst>
          </p:cNvPr>
          <p:cNvSpPr/>
          <p:nvPr/>
        </p:nvSpPr>
        <p:spPr>
          <a:xfrm>
            <a:off x="5260258" y="1172776"/>
            <a:ext cx="2054939" cy="1084456"/>
          </a:xfrm>
          <a:prstGeom prst="trapezoid">
            <a:avLst>
              <a:gd name="adj" fmla="val 72040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Sales  Growth:11.09%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1250CB56-6116-01D4-B4A2-80EA9D5CF7E0}"/>
              </a:ext>
            </a:extLst>
          </p:cNvPr>
          <p:cNvSpPr/>
          <p:nvPr/>
        </p:nvSpPr>
        <p:spPr>
          <a:xfrm>
            <a:off x="3667432" y="4188542"/>
            <a:ext cx="4886634" cy="269158"/>
          </a:xfrm>
          <a:prstGeom prst="parallelogram">
            <a:avLst>
              <a:gd name="adj" fmla="val 100236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D0090F83-ADF6-B27D-F2E4-E94AE54BF45A}"/>
              </a:ext>
            </a:extLst>
          </p:cNvPr>
          <p:cNvSpPr/>
          <p:nvPr/>
        </p:nvSpPr>
        <p:spPr>
          <a:xfrm>
            <a:off x="2974256" y="5143501"/>
            <a:ext cx="6243487" cy="286364"/>
          </a:xfrm>
          <a:prstGeom prst="parallelogram">
            <a:avLst>
              <a:gd name="adj" fmla="val 115420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BDED317F-1530-B2C1-6E89-BF7330BF8FAD}"/>
              </a:ext>
            </a:extLst>
          </p:cNvPr>
          <p:cNvSpPr/>
          <p:nvPr/>
        </p:nvSpPr>
        <p:spPr>
          <a:xfrm>
            <a:off x="5161935" y="2254045"/>
            <a:ext cx="2153262" cy="269159"/>
          </a:xfrm>
          <a:prstGeom prst="parallelogram">
            <a:avLst>
              <a:gd name="adj" fmla="val 40021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E73C2BE7-4E56-D105-12CC-F418E62CCBEC}"/>
              </a:ext>
            </a:extLst>
          </p:cNvPr>
          <p:cNvSpPr/>
          <p:nvPr/>
        </p:nvSpPr>
        <p:spPr>
          <a:xfrm>
            <a:off x="4385187" y="3233583"/>
            <a:ext cx="3460955" cy="269159"/>
          </a:xfrm>
          <a:prstGeom prst="parallelogram">
            <a:avLst>
              <a:gd name="adj" fmla="val 71172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2EC58-C432-945E-D465-67047D369C39}"/>
              </a:ext>
            </a:extLst>
          </p:cNvPr>
          <p:cNvSpPr txBox="1"/>
          <p:nvPr/>
        </p:nvSpPr>
        <p:spPr>
          <a:xfrm>
            <a:off x="2818171" y="97641"/>
            <a:ext cx="66539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 Visuals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E8E64-2661-BFC5-F709-41773FA61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599" y="2806385"/>
            <a:ext cx="1590536" cy="581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8B1309-84B6-8203-1B32-D749ECB86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658" y="3499697"/>
            <a:ext cx="1300513" cy="533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E0FA40-4923-32C6-AAC1-EB4DFAE64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42" y="1448899"/>
            <a:ext cx="2353003" cy="5620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CDF8C64-1967-FFD5-48D8-9E091ADB2C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378" y="2112460"/>
            <a:ext cx="2000529" cy="58110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70CC62D-3632-E7CC-D0A6-4E8218E197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2657" y="4213777"/>
            <a:ext cx="1140543" cy="5334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549621-1BC6-6F6F-F38E-00053E11BFAF}"/>
              </a:ext>
            </a:extLst>
          </p:cNvPr>
          <p:cNvSpPr txBox="1"/>
          <p:nvPr/>
        </p:nvSpPr>
        <p:spPr>
          <a:xfrm>
            <a:off x="7865804" y="1641986"/>
            <a:ext cx="41492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 visuals are used to display single key values like total Sales, total units , etc.</a:t>
            </a:r>
          </a:p>
        </p:txBody>
      </p:sp>
    </p:spTree>
    <p:extLst>
      <p:ext uri="{BB962C8B-B14F-4D97-AF65-F5344CB8AC3E}">
        <p14:creationId xmlns:p14="http://schemas.microsoft.com/office/powerpoint/2010/main" val="318745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B9781-32D8-A549-3D6A-5A55F5FC5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by Car Category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FAA09-D593-55D9-08FC-BA68779C2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740" y="1825625"/>
            <a:ext cx="6445975" cy="48504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100% Stacked column chart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 Categories: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Electric Vehicles(EVs) : 25.19%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Hatchback: 24.87%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Sedan: 24.96%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SUVs: 24.98%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distribution across categories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growth of electric vehicles.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CAAE7C-F869-4E3B-6B52-8670869BE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535" y="1825625"/>
            <a:ext cx="4174725" cy="288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63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9474-877A-0807-6FDC-DB1352D8B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by Country &amp; Category Wise(Map)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D915C-6AB6-2ECC-2C31-B83DE3B86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588" y="1825624"/>
            <a:ext cx="6479458" cy="389674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 map visual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global distribution of sales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performance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 presence in different countries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1B65D-64EA-D0A0-FA93-4AD4D4DAE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865" y="1646903"/>
            <a:ext cx="4585670" cy="29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70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AC8ED-6512-E431-F5DE-0C23D645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310"/>
            <a:ext cx="10515600" cy="113070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Sold by Country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61791-D37B-EAF0-4B8B-F0B0C1387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220" y="1347019"/>
            <a:ext cx="6912077" cy="482994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Donut chart visual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Percentages contribution by each country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India : 14.38%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 : 14.26%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Uk : 14.25%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Indonesia :14.43%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Australia : 14.33%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Thailand : 14.31%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South Africa : 14.05%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947598-A49C-9FAE-C9AB-1D0F04728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618" y="2362705"/>
            <a:ext cx="4825181" cy="34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2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6B318-ECD3-7FD5-9CFC-78C5CE12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by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F0288-0153-B95E-C9B8-D44CA24DC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1825625"/>
            <a:ext cx="6066502" cy="41155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 chart visual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the trend of sales across different years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highest sales year is 2022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Slight decline peak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5CF7F-8E5A-D81E-A057-8AC6C96C4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781" y="1825625"/>
            <a:ext cx="5191432" cy="300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97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80B682-C018-1411-17C4-92F835225562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1083023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 Mode Analysis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3D6FFA-EDFA-09F7-394F-DA2D38735699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626806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Ribbon Chart Visual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customer payment preferences such as Cash, EMI, Loan, Lease, and Online.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 of payment mode by country and payment mode.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of the customers preferred EMI &amp; Loan Payment Method used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FE0397-6C8D-E539-A226-FDA26BF38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049" y="1600200"/>
            <a:ext cx="4507777" cy="349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88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328148-BA33-FC75-4922-6D1397DB3840}"/>
              </a:ext>
            </a:extLst>
          </p:cNvPr>
          <p:cNvSpPr txBox="1">
            <a:spLocks/>
          </p:cNvSpPr>
          <p:nvPr/>
        </p:nvSpPr>
        <p:spPr>
          <a:xfrm>
            <a:off x="452285" y="274638"/>
            <a:ext cx="1111045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Units Sold by Car Model and Colour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276FD8-E3D8-17DC-F13E-697A89738FAD}"/>
              </a:ext>
            </a:extLst>
          </p:cNvPr>
          <p:cNvSpPr txBox="1">
            <a:spLocks/>
          </p:cNvSpPr>
          <p:nvPr/>
        </p:nvSpPr>
        <p:spPr>
          <a:xfrm>
            <a:off x="540774" y="1600200"/>
            <a:ext cx="5673213" cy="47612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 Chart Visual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how different car colours perform across various car models.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Popular colour choices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wise unit sold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highest sold model is Tigor (12502K)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lowest sold model is Harrier(4141K)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D14006-F629-32DE-20BF-B2EC86549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87" y="1600201"/>
            <a:ext cx="5753903" cy="44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726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1F7F8-8CB0-8BAA-CB55-2197889ECD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1111" y="196850"/>
            <a:ext cx="11090786" cy="93345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C47E09-BFC5-9156-2ADB-50837134B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4" y="1130300"/>
            <a:ext cx="11641395" cy="553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15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64932F-0DF4-1122-F1F1-55BB732E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&amp; Recommendations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8488B2-F4CB-6DED-64CF-B1ECA6F6E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0103" y="1825625"/>
            <a:ext cx="556511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</a:t>
            </a: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sales achieved in 2022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Tigor is the top selling model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show overall positive growth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SUVs &amp; EVs are gaining popularity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prefer EMI/ Cash payment options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E9CB1F-9B87-466E-9FC9-263898DE6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9839" y="1825625"/>
            <a:ext cx="544937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High performing models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electric vehicle &amp; Invest more in EVs development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low performing years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 SUVs &amp; EVs aggressively &amp; use digital marketing for better reach</a:t>
            </a:r>
          </a:p>
        </p:txBody>
      </p:sp>
    </p:spTree>
    <p:extLst>
      <p:ext uri="{BB962C8B-B14F-4D97-AF65-F5344CB8AC3E}">
        <p14:creationId xmlns:p14="http://schemas.microsoft.com/office/powerpoint/2010/main" val="3534773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EF1D16-ACE0-E8EE-5669-FB2A23CE17D4}"/>
              </a:ext>
            </a:extLst>
          </p:cNvPr>
          <p:cNvSpPr txBox="1">
            <a:spLocks/>
          </p:cNvSpPr>
          <p:nvPr/>
        </p:nvSpPr>
        <p:spPr>
          <a:xfrm>
            <a:off x="973394" y="353296"/>
            <a:ext cx="10215716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D9EAC5-5CDC-43D7-0FB0-1EEAED438206}"/>
              </a:ext>
            </a:extLst>
          </p:cNvPr>
          <p:cNvSpPr txBox="1">
            <a:spLocks/>
          </p:cNvSpPr>
          <p:nvPr/>
        </p:nvSpPr>
        <p:spPr>
          <a:xfrm>
            <a:off x="1469922" y="1600200"/>
            <a:ext cx="9252155" cy="42893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Power BI dashboard helps analyze Tata Motors global car sales.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provides insights into sales trends, country distribution, and customer preferences.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visuals make data easier to understand and support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466559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77D9EC-48AD-D8CA-4463-A3C443505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29317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730</TotalTime>
  <Words>554</Words>
  <Application>Microsoft Office PowerPoint</Application>
  <PresentationFormat>Widescreen</PresentationFormat>
  <Paragraphs>103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Corbel</vt:lpstr>
      <vt:lpstr>Depth</vt:lpstr>
      <vt:lpstr>PowerPoint Presentation</vt:lpstr>
      <vt:lpstr>                          </vt:lpstr>
      <vt:lpstr>Project Objective</vt:lpstr>
      <vt:lpstr>PowerPoint Presentation</vt:lpstr>
      <vt:lpstr>Scroller Visual </vt:lpstr>
      <vt:lpstr>PowerPoint Presentation</vt:lpstr>
      <vt:lpstr>PowerPoint Presentation</vt:lpstr>
      <vt:lpstr>Sales by Car Category</vt:lpstr>
      <vt:lpstr> Sales by Country &amp; Category Wise(Map)</vt:lpstr>
      <vt:lpstr>Unit Sold by Country</vt:lpstr>
      <vt:lpstr>Sales by years</vt:lpstr>
      <vt:lpstr>PowerPoint Presentation</vt:lpstr>
      <vt:lpstr>PowerPoint Presentation</vt:lpstr>
      <vt:lpstr>Dashboard overview</vt:lpstr>
      <vt:lpstr>Insights &amp; Recommendations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p</dc:creator>
  <cp:lastModifiedBy>anjali p</cp:lastModifiedBy>
  <cp:revision>1</cp:revision>
  <dcterms:created xsi:type="dcterms:W3CDTF">2026-03-18T05:33:28Z</dcterms:created>
  <dcterms:modified xsi:type="dcterms:W3CDTF">2026-03-23T06:44:27Z</dcterms:modified>
</cp:coreProperties>
</file>